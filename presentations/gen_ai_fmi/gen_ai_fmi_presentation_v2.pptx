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 AI for FM&amp;I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Workflows &amp; Commercial Opportunity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FM&amp;I | Trading Analytics &amp; Insights | BP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duration: 90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FM&amp;I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productivity gap is already opening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0" y="1435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analytical work activities automatable (McKinsey 2024)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86000" y="2121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code generation for data engineers adopting AI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40-80 hrs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8600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saved by active AI tool users vs passive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286000" y="3493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from prompt to working Plotly Dash app (vs 2-3 days manual)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234440"/>
            <a:ext cx="32004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1234440"/>
            <a:ext cx="4572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3258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16459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using AI tools are outpacing those who aren't. The gap is measurable, growing, and showing up in sprint velocity, model delivery time, and analyst capacity.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about replacing analysts — it's about which teams can deliver 3 models where others deliver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FM&amp;I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GOALS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walk away with today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1732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mental map of every AI tool available to you at BP — what it does, when to use it, how to access 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41732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clarity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data can and cannot go into each tool — no ambiguity, no guessing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141732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Day 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920240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concrete commercial ideas for FM&amp;I, plus a structured framework for the Innovation Day session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you already have the tools — the only gap is knowing which one to reach for and when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FM&amp;I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work is exactly where Gen AI creates the most leverage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ELT pipelines on Dataiku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scenarios, triggers, full pipeline builds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075688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214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 model development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350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models, ML prediction pipelines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25496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825496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712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hoc analysis for trading desks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0998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turnaround analysis under time pressure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75304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75304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210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Cross-squad collaboration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8496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Analysts, traders, market strategists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2588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leverage opportunity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workflows — pipeline debugging, model documentation, ad hoc chart generation, test writing — can be accelerated 5-10× with the right Gen AI tool.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to adopt. It's which tool for which task.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FM&amp;I sits at the intersection of data engineering, modelling, and commercial delivery — peak leverage for Gen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Landscape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available, what changed, and how to access it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last 12 months changed what's possible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920240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21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multimodal, code interpreter improvements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79776" y="1920240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121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39112" y="234086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 — extended thinking, 200k context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98848" y="1920240"/>
            <a:ext cx="14630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2121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58184" y="234086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Workspace GA — full repo agent mode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2121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77256" y="234086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0.42 — background agents, git worktrees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936992" y="192024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2121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96328" y="2340864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Opus/Sonnet — agentic multi-step, tool calling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hit 1M tokens, reasoning improved 10×, and agentic multi-step workflows became reliable — all in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BP TOOLS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tools available to BP employees right now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0233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Copilot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647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M365 licence. Access via any Office app or Teams. No additional request needed.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0233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7647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licence available. Request via IT portal. Integrates with VS Code and JetBrains.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834640"/>
            <a:ext cx="40233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53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27355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team licence. Request via IT or expense as tool. Best-in-class for large codebase work.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834640"/>
            <a:ext cx="40233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53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Studio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27355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add-on for building custom agents. Request via IT. BP training available on intranet.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either included in existing BP licences or accessible via IT request — there is no technical barrier to starting today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Requesting access takes less than 10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— Already active if you have M365 E3/E5. Open Word, Excel, or Teams and look for the Copilot button. If not visible, raise an IT ticket.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075688"/>
            <a:ext cx="457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671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Request via the BP IT self-service portal under 'Developer Tools'. Approval typically 2-3 business days. Works in VS Code, JetBrains, and CLI.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25496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825496"/>
            <a:ext cx="457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1693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— Not in standard catalogue. Options: (1) request via IT with business justification, (2) expense via T&amp;E with manager approval. ~£20/month.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575304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575304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6674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— Add-on to M365. Request via IT with manager approval. BP intranet has step-by-step setup guide under 'Digital Tools'.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Microsoft Copilot today — it requires zero additional requests if you have an M365 licence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 tool depends on the task — here is the map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62456"/>
            <a:ext cx="278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362456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136245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summarising, emails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native, no context switching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94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Python / SQL in 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194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Inline, context-aware, BP standard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97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new model or app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26974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 context, agent mode, background tasks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00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 document workflow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2004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3200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 builder, connects to M365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03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agentic coding task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7033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(CLI)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703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for multi-step autonomous work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wins every task — the productivity gain comes from knowing which one to reach for in under 3 seconds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Copilot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integration, Copilot Agents, and the roadmap ahead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M365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is embedded in every M365 app you already use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647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summaries, action items, real-time transcription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63240" y="132588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63240" y="13258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7647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replies, summarise threads, schedule assistant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52160" y="132588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13258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17647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documents, rewrite sections, extract key points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9260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44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649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data, build formulas, generate charts from natural language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63240" y="292608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063240" y="29260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044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3649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slides from prompts, reformat layouts, add speaker notes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52160" y="292608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0" y="29260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044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OneNote /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33649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notes, organise meeting outputs, shared workspace 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any M365 app, you already have a Copilot — most people just haven't turned it on yet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IN ACTION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[LIVE DEMO] Meeting summary in 3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you type: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4592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this 45-minute trading strategy call, extract all action items assigned to FM&amp;I, and draft follow-up emails for each.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3035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240280"/>
            <a:ext cx="53035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Copilot transcribes and summarises the meeting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Identifies action items by person and team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Drafts individual follow-up emails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Links back to the meeting recording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0280"/>
            <a:ext cx="315468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3317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min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0644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recording to follow-up emails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45-60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[PRESENTER: switch to Microsoft Teams / Copilot now to run this live]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AGENTS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Agents: build a custom automated assistant in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074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you define with instructions, data sources, and actions. Lives in Teams or SharePoint.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148840"/>
            <a:ext cx="457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037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data (emails, docs, SharePoint), external APIs via connectors, your own data via upload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971800"/>
            <a:ext cx="457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266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build 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273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Studio: describe what it should do, test it, then refine by asking it to improve its own instructions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94760"/>
            <a:ext cx="457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96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FM&amp;I example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monitors a SharePoint folder, summarises new research reports, and posts key findings to a Teams channel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25880"/>
            <a:ext cx="42062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25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refine-yourself trick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giving the agent its initial instructions, type: 'What's missing from your instructions to make you more accurate?' Then ask it to rewrite its own system prompt.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iterative self-improvement loop consistently produces better agents than manual refinement.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requires no coding — if you can write a paragraph describing what the agent should do, you can build it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in 2026: more autonomy, deeper integration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5588" y="1920240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214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Actions GA — autonomous multi-step task execution across M365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4428" y="1920240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214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340864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Fabric — natural language queries over Power BI datasets and dataflows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3268" y="1920240"/>
            <a:ext cx="14630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1214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340864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connector ecosystem — 1000+ third-party integrations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722108" y="1920240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1214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2340864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— Copilot agents that spawn and coordinate sub-agents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246120"/>
            <a:ext cx="859536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101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internal training available on the intranet under 'Digital Tools &gt; AI' — covers M365 Copilot setup in detail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Copilot integration (Q2 2026) is the most significant near-term opportunity for FM&amp;I reporting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&amp; Cursor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different strengths — and workflows that go beyond coding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vs Cursor: same category, very different strengths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BP enterprise licence — easiest to access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VS Code &amp; JetBrains integration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Workspace agent: understands your full repo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Slash commands: /fix, /explain, /test, /doc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 integration for terminal workflows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inline suggestions + existing BP stack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1605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173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Standalone IDE (fork of VS Code)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codebase context in every conversation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Background agents + git worktrees (parallel)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orchestration for complex tasks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.cursorrules for project-level AI instructions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large codebase work + complex builds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Copilot for day-to-day inline work in your existing IDE; use Cursor when the task spans multiple files or requires autonomous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IN ACTION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[LIVE DEMO] Dataiku recipe timeout — debugged in 20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you type: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4592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Dataiku recipe is timing out on 500k rows. Identify the bottleneck and rewrite the aggregation logic using vectorised operations.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3035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240280"/>
            <a:ext cx="53035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Copilot reads the full recipe and diagnoses the slow loop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Identifies the iterrows() anti-pattern on line 47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Rewrites using pandas vectorised operations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Adds a docstring explaining the optimisation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Suggests unit tests for the refactored function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0280"/>
            <a:ext cx="315468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3317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min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0644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timeout to optimised, tested recipe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3–4 hours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[PRESENTER: open VS Code with the demo recipe now] — the 3-4 hour debug cycle just became a 20-minute review cycle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IN ACTION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[LIVE DEMO] Prompt to working Dash app — 12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you type: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4592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Plotly Dash app showing crack spread evolution for Q1 2025. Read from crack_spreads.csv, add a 30-day rolling average, and deploy locally on port 8050.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3035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240280"/>
            <a:ext cx="53035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Cursor reads crack_spreads.csv and understands the schema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Writes the full Dash layout with Plotly charts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Implements rolling average calculation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Adds date range picker and commodity selector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Runs app locally — browser opens automatically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0280"/>
            <a:ext cx="315468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3317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0644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interactive app running in browser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2–3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[PRESENTER: run this live now] — this is the ‘hours to minutes’ shift that changes how quickly FM&amp;I can respond to desk requests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modes: match the mode to the task complexity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65176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17320"/>
            <a:ext cx="26517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508760"/>
            <a:ext cx="5303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50876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1480" y="1536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892808"/>
            <a:ext cx="237744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One-turn Q&amp;A. Ask a question, get an answer.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‘What does this function do?’, ‘Why is this query slow?’, ‘How do I join these DataFrames?’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417320"/>
            <a:ext cx="265176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108960" y="141732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508760"/>
            <a:ext cx="530352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50876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46120" y="1536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1892808"/>
            <a:ext cx="237744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execution. Give a goal, the agent plans and executes.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building a feature, debugging a pipeline, writing and running tests.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417320"/>
            <a:ext cx="265176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141732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1508760"/>
            <a:ext cx="53035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150876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080760" y="1536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0760" y="1892808"/>
            <a:ext cx="237744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plan before executing. Review and approve each step.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destructive operations, unfamiliar codebases, tasks where you want to stay in control.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Ask for questions, Agent for tasks, Plan when the stakes are high — this single habit change 3× the value of either tool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prompts = better output — here’s the formula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specific about context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what language/framework, what the data looks like, what the expected output is. Generic prompts produce generic code.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084832"/>
            <a:ext cx="4572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305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constraints explicitly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359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‘use pandas not polars’, ‘must run in Dataiku’, ‘output must be a dictionary not a DataFrame’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843784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843784"/>
            <a:ext cx="4572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95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LLM to improve your prompt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118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rough prompt, then: ‘Rewrite this prompt to be clearer and more likely to produce the output I need.’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602736"/>
            <a:ext cx="4572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4845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your common prompts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8770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your best prompts in .cursorrules or .github/copilot-instructions.md — they become project-level context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325880"/>
            <a:ext cx="4206240" cy="29260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25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Template: FM&amp;I prompt structure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6916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[what the code does / data looks like]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[specific action to perform]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[language, framework, output format]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[if helpful]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_p-presentation-creator repo is a live example of this: CLAUDE.md + agents + skills = consistent AI output on every run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tools are shipping major capability upgrades in 2026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7099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Extensions — connect to external services via tool calling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27685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CLI GA — natural language terminal commands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437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8437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autonomous edits without manual approval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41071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34107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code review agent — flags issues before PR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1325880"/>
            <a:ext cx="41605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258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7099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93792" y="17099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Teams — shared .cursorrules and agent coordination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27685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93792" y="227685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 on cloud — run overnight tasks without keeping IDE open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8437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93792" y="28437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test runner — agent writes and validates tests in one loop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41071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93792" y="34107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for notebooks — full Jupyter support with agent mode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Cursor’s cloud background agents (Q2) + GitHub Copilot’s extension ecosystem (Q1) are the two near-term features most relevant to FM&amp;I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Landscape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capability jumps — and how to choose the right model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models you knew a year ago are not the models available today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7448" y="1920240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2140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134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— 128k context, voice mode, multimodal reasoning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50008" y="1920240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2600" y="212140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52600" y="2340864"/>
            <a:ext cx="134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— extended thinking, 200k context, best coding benchmark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82568" y="1920240"/>
            <a:ext cx="14630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5160" y="212140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85160" y="2340864"/>
            <a:ext cx="134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— 1M context window, multimodal, YouTube/Drive native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15128" y="192024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2140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2340864"/>
            <a:ext cx="134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3.1 405B — open source, runs locally, near-frontier performance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647688" y="192024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0280" y="212140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50280" y="2340864"/>
            <a:ext cx="134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o3-mini — OpenAI reasoning model, 3× cheaper than GPT-4o for code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080248" y="1920240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2840" y="212140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82840" y="2340864"/>
            <a:ext cx="134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Opus/Sonnet — agentic multi-step, tool calling, extended context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grew 10×, reasoning improved dramatically, and local models hit near-frontier quality — the landscape shifted faster than most teams noticed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models excel at different tasks — here is the map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651760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4.6 Opus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multi-step agentic tasks, long document analysis, precise instruction following.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200k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$$$$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325880"/>
            <a:ext cx="2651760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325880"/>
            <a:ext cx="26517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17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4.6 Sonnet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7099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coding tasks, balanced quality + speed. 80% of Opus quality at 20% of the cost. The daily driver for most tasks.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$$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325880"/>
            <a:ext cx="2651760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13258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17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GPT-4o / o3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7099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data analysis with Code Interpreter, multimodal tasks, OpenAI ecosystem. o3 excels at math and reasoning.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$$$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651760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06324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2.0 Pro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44728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1M token context, Google Workspace integration, YouTube and video analysis. Fast and cheap for long-context tasks.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$$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08960" y="3063240"/>
            <a:ext cx="2651760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108960" y="306324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154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(local)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344728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sensitive data (stays on your machine), offline use, high-volume low-stakes tasks. Llama 3.1, Mistral, Phi.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FREE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FM&amp;I: Claude Sonnet for most coding tasks, Ollama for anything involving position data or proprietary model IP that cannot leave the machine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simple decision framework for model selection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6692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Does the task involve sensitive/proprietary data (positions, live trades, model IP)?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" y="170992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Ollama locally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31820" y="17099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63340" y="17099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next question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56692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240280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860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Is this a one-off task or part of an automated pipeline?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6243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" y="262432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Sonnet (API) — predictable, fast, cost-effective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31820" y="26243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63340" y="26243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next question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56692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154680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04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Does it require reasoning over a very long document (&gt;50 pages) or multi-step planning?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5387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" y="353872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Opus or Gemini 2.0 Pro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31820" y="35387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63340" y="35387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or GPT-4o — both excellent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1325880"/>
            <a:ext cx="2651760" cy="30175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Rough cost per 1M tokens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1783080"/>
            <a:ext cx="2377440" cy="23774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Opus:         ~$15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Sonnet:       ~$3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GPT-4o:       ~$5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Pro:   ~$1.25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Ollama:       $0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Claude Sonnet for 80% of FM&amp;I tasks — only upgrade to Opus when the task genuinely demands multi-step reasoning over large context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&amp; Compliance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can go in, what can’t, and the 5 rules for safe use in FM&amp;I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RULES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boundary is the most important thing in this session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SAFE TO 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code and generic scripts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Anonymised sample data (no positions, no counterparty names)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research, academic papers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documentation (non-sensitive)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Aggregated market data (already public)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logic questions without real values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16052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173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NEVER 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positions or trading exposures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Counterparty names or deal terms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Proprietary fundamental model logic or IP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Unpublished price forecasts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data of any kind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Anything marked CONFIDENTIAL or RESTRICTED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would not paste it into a public Slack channel, do not paste it into an AI tool you do not control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FM&amp;I RULES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rules cover 95% of situations — memorise these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074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" y="138074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 before you paste — replace position sizes, counterparty names, and model outputs with placeholders before sharing with any AI tool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965960"/>
            <a:ext cx="457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2082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" y="202082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= safer for internal content — Microsoft’s enterprise agreement covers BP data; external tools (Cursor, Claude.ai) do not have the same contractual protection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06040"/>
            <a:ext cx="457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6090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26609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≠ data — pasting code logic is generally safe; pasting the actual data the code runs on may not be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246120"/>
            <a:ext cx="457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0098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" y="330098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you use — if you’re unsure whether a specific use case is allowed, ask the Digital Centre of Excellence before using the tool, not after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886200"/>
            <a:ext cx="457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410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" y="39410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output — AI-generated code or analysis must be reviewed and validated by you. It is not self-validating.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BP AI guidance: intranet → ‘Digital Tools’ → ‘AI Governance’ — the Digital Centre of Excellence is the point of contact for questions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HANDLING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all AI tools handle your data the same way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Copilot (M365)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stays within BP’s Microsoft tenant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Covered by enterprise data processing agreement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used to train Microsoft’s models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logs available to IT administrators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Appropriate for internal BP content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1605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258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Tools (Cursor, Claude.ai, ChatGPT)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709928"/>
            <a:ext cx="3886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sent to third-party servers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Covered by individual terms of service only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data opt-out varies by tool and plan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BP enterprise data processing agreement by default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for code logic and public information only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36118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API-based access (e.g. via Claude API key) has stronger data handling terms — check current BP guidance for API use 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M365 Copilot for anything involving internal BP content; use external tools only for code logic and publicly available information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Concepts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agentic AI, MCP, tool calling, agent skills, and what’s next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Code: a CLI agent that works at the repository level, not the file level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terminal-based AI agent. You run it in your project directory and it reads, writes, and executes across your entire codebase autonomously.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plugin — a separate process that can run for minutes or hours on a single instruction.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GitHub Copilot/Cursor: it operates at project level, not file level. Give it a goal, it figures out the plan.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325880"/>
            <a:ext cx="4160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447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vs IDE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55648"/>
            <a:ext cx="4160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556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63640" y="1755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vs Copilot/Cursor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1605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048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20482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 vs current file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2395728"/>
            <a:ext cx="4160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4323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243230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vs suggestion-based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779776"/>
            <a:ext cx="41605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816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63640" y="281635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multi-file builds vs inline assistance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3163824"/>
            <a:ext cx="4160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200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32004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background vs IDE panel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41605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5844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63640" y="35844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+ session sharing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unlocks workflows that take 10 minutes to describe and 2 hours to build autonomously — while you do something else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IN ACTION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[LIVE DEMO] Full pipeline audit — autonomous, 12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you type: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4592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our Brent futures fundamental model: find all hardcoded magic numbers, write docstrings for undocumented functions, and generate a test suite for the ELT pipeline.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3035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240280"/>
            <a:ext cx="53035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Claude reads every file in the repository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Identifies 23 magic numbers across 8 files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Writes docstrings for 47 undocumented functions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Generates 156 unit tests for the ELT pipeline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Creates a markdown audit report with recommendations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0280"/>
            <a:ext cx="315468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06440" y="30175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audit + test suite generated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3401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2–3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[PRESENTER: open terminal and run ‘claude’ in the demo repo] — every model team has a codebase that needs this audit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 that happened in 2025: from answering questions to completing tasks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07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AI tools answered questions. In 2025, they started completing multi-step tasks: reading files, running code, calling APIs, fixing errors, and reporting back.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41148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167128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219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 for FM&amp;I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441448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can: check Dataiku scenario status every morning, flag failed jobs, generate a diagnostic report, and message the team — without human intervention.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008376"/>
            <a:ext cx="41148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008376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63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works reliably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282696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tasks: code generation, file operations, API calls, report formatting. Agents are reliable when the steps are well-defined.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41148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849624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044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still unreliable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123944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reasoning chains &gt; 10 steps. Tasks requiring real-world judgment. Anything where an error compounds silently.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3017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25880"/>
            <a:ext cx="4206240" cy="2743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FM&amp;I agent example — morning pipeline monitor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664208"/>
            <a:ext cx="3977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Daily at 06:00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Pull Dataiku scenario run logs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Identify any failures or warnings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Cross-reference with expected schedule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Generate diagnostic summary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Post to Teams channel #fmi-ops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agentic workflows start with well-defined, deterministic tasks — the FM&amp;I pipeline monitor is a perfect first agent project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calling and MCP: how AI agents connect to your data and systems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invoke external functions, APIs, and services as part of generating a response. Instead of just answering, the model acts.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160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173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(Model Context Protocol)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66420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for connecting LLMs to tools, databases, and services. One MCP server can give any compatible AI tool access to Dataiku, Bloomberg, internal APIs.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for Dataiku — what becomes possible: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85953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4320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all running Dataiku scenarios, identify any that failed in the last 24h, generate a diagnostic report with the last error log.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27432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2918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8328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for Dataiku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63016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pipelines, trigger scenarios, query logs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3291840"/>
            <a:ext cx="27432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32918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38328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for internal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363016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production data without copy-paste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3291840"/>
            <a:ext cx="27432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0" y="32918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38328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for Bloomberg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63016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market data directly into AI context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turns isolated AI tools into connected agents — a Cursor session with Dataiku MCP can read pipeline status and suggest fixes without leaving the IDE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skills, context management, and hooks — the power user layer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65176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1732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packaged workflows you can invoke with a single slash command.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/data-quality-report generates a structured Dataiku pipeline output report automatically.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one: write a markdown file defining the skill’s trigger, steps, and output format.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265176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&amp; 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degrades as context fills. Rules: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.cursorignore to exclude irrelevant files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new conversations for unrelated tasks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models cost ~$15/1M tokens — a 500-file repo in context = expensive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Compress long conversations manually before complex tasks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265176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141732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&amp; Codex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hooks: shell commands that fire before/after tool calls. Use for: auto-formatting, git commits, Slack notifications on task completion.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Codex: OpenAI’s cloud coding agent. Similar to Claude Code but runs in OpenAI’s cloud environment.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+ hooks = repeatable, automated workflows — the difference between a tool you use and a tool that works for you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Use Cases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projects — what was built, how, and what it demonstrates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real projects — what each one demonstrates about the tools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65176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+ Remotion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4650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Claude Code to build programmatic video presentations — AI writes React code, Remotion renders it as video. Demo: automated video from a data summary.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325880"/>
            <a:ext cx="265176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32588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74650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chess analysis tool. Demonstrates: connecting LLM reasoning to a domain-specific knowledge base and structured game state.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325880"/>
            <a:ext cx="265176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132588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Remote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74650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+ Claude Code for remote server workflows. Run autonomous AI agents on cloud VMs without an IDE — pure terminal productivity.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65176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834640"/>
            <a:ext cx="26517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53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Chrome Ext.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25526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AI: summarise pages, extract structured data, run prompts on any web content. No copy-paste required.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08960" y="2834640"/>
            <a:ext cx="265176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108960" y="283464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953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Alerts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325526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 using Claude API: automated weather data pull → AI analysis → alert trigger → notification. Template for any API-to-alert workflow.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0" y="2834640"/>
            <a:ext cx="265176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283464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953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Template Project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325526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repo: CLAUDE.md + agents + skills + prompts = consistent AI output on every project. The _p-presentation-creator is a live demo.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was built in hours not days — the template project pattern is directly applicable to FM&amp;I Dataiku projects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template project: make AI consistent across your whole team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3063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3840480" cy="26060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your-project/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← project context &amp; rules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.claude/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agents/        ← specialist sub-agents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commands/      ← slash commands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skills/        ← reusable workflows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.cursorrules       ← Cursor equivalent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copilot-instructions.md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206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572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807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/ .cursorrules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618488"/>
            <a:ext cx="40233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AI your architecture, conventions, forbidden patterns. Every session starts with the same context — no re-explaining.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206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240280"/>
            <a:ext cx="4572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951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directory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532888"/>
            <a:ext cx="40233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sub-agents: a ‘debugger’ agent, a ‘test-writer’ agent, a ‘docs’ agent. Invoke with /agent debugger.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206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154680"/>
            <a:ext cx="4572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095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directory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447288"/>
            <a:ext cx="40233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 packaged as slash commands. /data-quality-report runs the same 10-step process every time.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4069080"/>
            <a:ext cx="4206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4069080"/>
            <a:ext cx="4572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1239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FM&amp;I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361688"/>
            <a:ext cx="40233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Dataiku project template with CLAUDE.md describing your pipeline patterns — every new recipe gets consistent AI assistance.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this up once for your FM&amp;I projects and every AI tool — Cursor, GitHub Copilot, Claude Code — becomes immediately useful to anyone on the team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Use Cases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opportunities for FM&amp;I — and how to prepare for Innovation Day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AI-enhanced platforms directly relevant to FM&amp;I workflows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for Power BI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over your dashboards. Ask: ‘Show me crack spread volatility vs same period last year’ — no SQL required. Available now in Power BI Premium.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1605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447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Plotly Studio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75564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interactive visualisation builder. Describe the chart, Plotly Studio writes the Dash code. Directly relevant to FM&amp;I’s ad hoc analysis output.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1605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880360"/>
            <a:ext cx="4160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Dataiku LLM Mesh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Dataiku’s built-in LLM integration: code generation in recipes, AI-assisted pipeline debugging, natural language to SQL in dataset views. Currently in limited preview.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1605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880360"/>
            <a:ext cx="41605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992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for Dataiku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31012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Cursor or Claude Code directly to your Dataiku instance via MCP: read scenario status, trigger runs, query job logs — all from your AI tool. Community server available.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available or in preview today — the MCP for Dataiku integration is the highest-leverage near-term experiment for FM&amp;I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commercial ideas for the Innovation Day board — your starting point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Modelling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model documentation from code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AI-assisted half-life estimator calibration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Anomaly detection agent for ELT pipeline outputs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test generation for fundamental models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language interface for model scenario queries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41148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24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Trading Desk Support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briefing agent: overnight data summary + alerts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 hoc chart generator from desk requests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spread analysis commentary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70832" y="1325880"/>
            <a:ext cx="36576" cy="3063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325880"/>
            <a:ext cx="446227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3258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&amp; Integration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1627632"/>
            <a:ext cx="4187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server for Dataiku scenario monitoring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BI Copilot for FM&amp;I dashboard queries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Plotly Studio for rapid visualisation prototyping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AI-assisted Dataiku recipe optimisation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07408" y="2724912"/>
            <a:ext cx="446227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2724912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&amp; Workflow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2999232"/>
            <a:ext cx="4187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Meeting action item extractor (Copilot)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model review report generation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synthesis agent for market reports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 monitoring agent with Slack alerts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highest-impact idea from this list — bring it to Innovation Day with: what it does, what data it needs, who benefits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 Thoughts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uncomfortable truths about where this is all going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isn’t making data scientists obsolete.</a:t>
            </a:r>
            <a:endParaRPr lang="en-US" sz="3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It’s making the ones who don’t use it obsolete.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28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gap between AI-adopters and non-adopters in technical fields is measurable and growing. Teams that build AI into their workflows are shipping 2-3× more models per sprint. The skill that matters now is judgment — knowing when the AI output is wrong, and how to fix it.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decade won’t kill technology jobs.</a:t>
            </a:r>
            <a:endParaRPr lang="en-US" sz="3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will kill the comfortable middle.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8288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confused shipping software with owning outcomes. The IT middle layer that never understood the subject domain well enough to be irreplaceable. Medicine, law, accounting, energy trading analytics — AI is replacing the translator layer, not the domain expert. The people who deeply understand fundamentals modelling and can direct AI to solve commercial problems are more valuable, not less.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isn’t whether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wrote the code.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is: who owns the risk?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8288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still you. The performance art around coding — requirements ceremonies, architecture slideware, digital transformation slogans, AI wrappers — doesn’t answer the hard question. When the fundamental model gives a bad signal and the trading desk acts on it, someone owns that. Build AI into your workflow. But own the output.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do before Innovation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your licence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via IT portal. Cursor via expense or IT. Takes 10 minutes.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M365? Copilot is already on.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15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one real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task you’re doing this week. Use an AI tool for it. Time how long it takes. Compare.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something you’d normally spend 30+ minutes 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517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00584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15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7220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your best idea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011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commercial use case from today’s session. Bring it to Innovation Day with: what it does, what data it needs, who benefits.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matrix is in the innovation_day_board.md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tools. The only thing between you and 10× productivity is knowing which one to reach for and when.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2026-03-08T20:48:50Z</dcterms:created>
  <dcterms:modified xsi:type="dcterms:W3CDTF">2026-03-08T20:48:50Z</dcterms:modified>
</cp:coreProperties>
</file>